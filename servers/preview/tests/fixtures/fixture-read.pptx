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c23ec6bf59453c" /><Relationship Type="http://schemas.openxmlformats.org/officeDocument/2006/relationships/extended-properties" Target="/docProps/app.xml" Id="R572ae6e0d40349e2" /><Relationship Type="http://schemas.openxmlformats.org/officeDocument/2006/relationships/officeDocument" Target="/ppt/presentation.xml" Id="R7aaf4142ccd640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b0ec3850fa46e7"/>
  </p:sldMasterIdLst>
  <p:notesMasterIdLst>
    <p:notesMasterId xmlns:r="http://schemas.openxmlformats.org/officeDocument/2006/relationships" r:id="Rcc83e53697e04bc4"/>
  </p:notesMasterIdLst>
  <p:sldIdLst>
    <p:sldId xmlns:r="http://schemas.openxmlformats.org/officeDocument/2006/relationships" id="256" r:id="R457a12759ae640bc"/>
    <p:sldId xmlns:r="http://schemas.openxmlformats.org/officeDocument/2006/relationships" id="257" r:id="R08dc9a9cdd5e4f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c0c685e7a547c7" /><Relationship Type="http://schemas.openxmlformats.org/officeDocument/2006/relationships/slideMaster" Target="/ppt/slideMasters/slideMaster1.xml" Id="R5db0ec3850fa46e7" /><Relationship Type="http://schemas.openxmlformats.org/officeDocument/2006/relationships/notesMaster" Target="/ppt/notesMasters/notesMaster1.xml" Id="Rcc83e53697e04bc4" /><Relationship Type="http://schemas.openxmlformats.org/officeDocument/2006/relationships/presProps" Target="/ppt/presProps.xml" Id="R7214fadc1c3147e0" /><Relationship Type="http://schemas.openxmlformats.org/officeDocument/2006/relationships/tableStyles" Target="/ppt/tableStyles.xml" Id="R1cbc5b06e6e24feb" /><Relationship Type="http://schemas.openxmlformats.org/officeDocument/2006/relationships/slide" Target="/ppt/slides/slide1.xml" Id="R457a12759ae640bc" /><Relationship Type="http://schemas.openxmlformats.org/officeDocument/2006/relationships/slide" Target="/ppt/slides/slide2.xml" Id="R08dc9a9cdd5e4f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8179e73ec24e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4dd634aade4fc2" /><Relationship Type="http://schemas.openxmlformats.org/officeDocument/2006/relationships/notesMaster" Target="/ppt/notesMasters/notesMaster1.xml" Id="Rcab27954110643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fde84dc7274306" /><Relationship Type="http://schemas.openxmlformats.org/officeDocument/2006/relationships/notesMaster" Target="/ppt/notesMasters/notesMaster1.xml" Id="R195829daea2a4d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6d23d6538a40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14b2a7a1434456" /><Relationship Type="http://schemas.openxmlformats.org/officeDocument/2006/relationships/slideLayout" Target="/ppt/slideLayouts/slideLayout1.xml" Id="R4309fdb9d1e548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09fdb9d1e548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70a08c7cd0452f" /><Relationship Type="http://schemas.openxmlformats.org/officeDocument/2006/relationships/notesSlide" Target="/ppt/notesSlides/notesSlide1.xml" Id="Ra905b34478bb42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6ffd89907146c7" /><Relationship Type="http://schemas.openxmlformats.org/officeDocument/2006/relationships/notesSlide" Target="/ppt/notesSlides/notesSlide2.xml" Id="R46adc11ad21d46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age-1-heading">
            <a:extLst xmlns:a="http://schemas.openxmlformats.org/drawingml/2006/main">
              <a:ext uri="{FF2B5EF4-FFF2-40B4-BE49-F238E27FC236}">
                <a16:creationId xmlns:a16="http://schemas.microsoft.com/office/drawing/2014/main" id="{D5F8E9CE-317B-4BD1-A051-6BA88DD8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0"/>
            <a:ext cx="990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14213D"/>
                </a:solidFill>
              </a:defRPr>
            </a:pPr>
            <a:r>
              <a:rPr sz="3900" b="1">
                <a:solidFill>
                  <a:srgbClr val="14213D"/>
                </a:solidFill>
              </a:rPr>
              <a:t>PPTX visual page one</a:t>
            </a:r>
          </a:p>
        </p:txBody>
      </p:sp>
    </p:spTree>
    <p:extLst>
      <p:ext uri="{BB962C8B-B14F-4D97-AF65-F5344CB8AC3E}">
        <p14:creationId xmlns:p14="http://schemas.microsoft.com/office/powerpoint/2010/main" val="11657016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9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age-2-heading">
            <a:extLst xmlns:a="http://schemas.openxmlformats.org/drawingml/2006/main">
              <a:ext uri="{FF2B5EF4-FFF2-40B4-BE49-F238E27FC236}">
                <a16:creationId xmlns:a16="http://schemas.microsoft.com/office/drawing/2014/main" id="{E9FEADB3-9A32-4FFC-AB04-E7176CCB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0"/>
            <a:ext cx="990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14213D"/>
                </a:solidFill>
              </a:defRPr>
            </a:pPr>
            <a:r>
              <a:rPr sz="3900" b="1">
                <a:solidFill>
                  <a:srgbClr val="14213D"/>
                </a:solidFill>
              </a:rPr>
              <a:t>PPTX visual page two</a:t>
            </a:r>
          </a:p>
        </p:txBody>
      </p:sp>
    </p:spTree>
    <p:extLst>
      <p:ext uri="{BB962C8B-B14F-4D97-AF65-F5344CB8AC3E}">
        <p14:creationId xmlns:p14="http://schemas.microsoft.com/office/powerpoint/2010/main" val="19951481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2026-08-24T05:17:58.1340000Z</dcterms:created>
  <dcterms:modified xsi:type="dcterms:W3CDTF">2026-08-24T05:17:58.1340000Z</dcterms:modified>
</coreProperties>
</file>